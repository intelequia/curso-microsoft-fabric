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5852160"/>
            <a:ext cx="1828800" cy="109728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0" y="6080760"/>
            <a:ext cx="12801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742ECD"/>
                </a:solidFill>
                <a:latin typeface="Calibri"/>
              </a:rPr>
              <a:t>JORNADA 2 · 4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Microsoft Purview + Fabric 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3F6FB"/>
                </a:solidFill>
                <a:latin typeface="Calibri"/>
              </a:rPr>
              <a:t>Gobierno extremo a extremo y la nueva capa de inteligencia sobre el 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3F6FB"/>
                </a:solidFill>
                <a:latin typeface="Calibri"/>
              </a:rPr>
              <a:t>Curso Microsoft Fabric · Caso ficticio: Aurora Energía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Agenda · Jornada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Cómo vamos a invertir las próximas 4 horas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00" cy="420624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Bloque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0876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08760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83664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4767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47672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Repaso Jornada 1, agenda y dudas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04288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6829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6829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68296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Por qué gobierno: panorama Purview + Fabric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24912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8892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78892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40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788920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Purview Data Map y Unified Catalog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45536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954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0954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09544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Information Protection, sensitivity labels y DLP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3016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63016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630168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Descanso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86784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5079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050792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25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050792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Integración Purview ↔ Fabric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407408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7141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471416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471416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Fabric IQ: qué es, arquitectura y posicionamiento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828032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892040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892040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Fabric IQ en acción: Data Agents y Q&amp;A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48656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1266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312664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25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312664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Casos de uso, mejores prácticas y roadmap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669280"/>
            <a:ext cx="10972800" cy="42062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73328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12A55"/>
                </a:solidFill>
                <a:latin typeface="Calibri"/>
              </a:rPr>
              <a:t>J2-M8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733288"/>
            <a:ext cx="128016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06670"/>
                </a:solidFill>
                <a:latin typeface="Calibri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733288"/>
            <a:ext cx="786384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0232A"/>
                </a:solidFill>
                <a:latin typeface="Calibri"/>
              </a:rPr>
              <a:t>Cierre, próximos pasos y recursos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J2-M0 · Bienvenida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 qué hablaremos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Ayer construimos el dato en Fabric. Hoy lo gobernamos y lo hacemos accionable por IA.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Bloque 1 (Purview): Data Map, Unified Catalog, sensitivity labels, DLP.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Bloque 2 (Integración): Purview ↔ Fabric extremo a extremo.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Bloque 3 (Fabric IQ): capa semántica, Data Agents y Q&amp;A en lenguaje natural.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Cierre: hoja de ruta de adopción a 90 días para Aurora Energía.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J2-M1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Por qué gobierno: panorama Microsoft Purview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J2-M1 · Purview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Mapa de Microsoft Purview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Governance: Data Map, Unified Catalog, Data Quality, Lineage, Data Products, Access Policies.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Information Protection: sensitivity labels, auto-labeling, encriptación, RMS.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Risk &amp; Compliance: DLP, Insider Risk, Communication Compliance, eDiscovery, Audit, Compliance Manager.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Cambio de marca: "Microsoft 365 Compliance Center" → Purview Compliance Portal.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Y "Azure Purview" → Purview Data Governance. Mismo portal, dos áreas.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J2-M1 · Purview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¿Por qué gobernar Fabric?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Fabric centraliza datos antes dispersos → el riesgo de exposición sube.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OneLake permite que cualquier workspace lea/escriba → disciplina o caos.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Compliance (GDPR, ENS, ISO 27001, NIS2) exige clasificar, rastrear y proteger.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El negocio necesita encontrar el dato: un Catálogo es la única forma escalable.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Sin gobierno, Fabric escala como cualquier data lake: hacia el caos.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J2-M1 · Purview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Necesidad → módulo Purview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¿Qué datos tengo y dónde? → Data Map + Unified Catalog.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¿Quién tiene acceso? → Data Access Policies + integración Fabric.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¿Es de calidad este dataset? → Data Quality.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¿De dónde viene esta tabla? → Data Lineage.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¿Qué columnas son PII / financieras? → Sensitivity labels + Auto-classification.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¿Cómo cumplo GDPR / borrado? → Records Management + DSR + eDiscovery.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¿Quién descarga datasets sensibles? → Insider Risk + Audit.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(8 min): purview.microsoft.com · Unified Catalog · lineage de lh_aurora.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64592" cy="429768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42ECD"/>
                </a:solidFill>
                <a:latin typeface="Calibri"/>
              </a:rPr>
              <a:t>Mensaje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12A55"/>
                </a:solidFill>
                <a:latin typeface="Calibri"/>
              </a:rPr>
              <a:t>“Purview es un paraguas. Para Fabric, no necesitas hacer scan: la integración nativa publica todo automáticamente.”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J2-M2 · 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Purview Data Map y Unified Catalog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J2-M2 ·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Map vs Unified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 Map (capa técnica)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Inventario de assets: tablas, ficheros, modelos, dashboards.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Conexiones: Fabric (auto), Azure SQL, ADLS, Databricks, Snowflake, Power BI.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On-prem vía Self-Hosted Integration Runtime.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Scans programables con clasificaciones automáticas.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Unified Catalog (capa de negocio)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Vista para analistas y owners de dato.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Business Domain → Data Product → Data Asset.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Glossary terms, Critical Data Elements, OKRs.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Endorsements: Promoted ✅, Certified ⭐.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J2-M2 · Calidad y linaje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Quality, Lineage y Access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Quality: reglas de completeness, uniqueness, validity, accuracy, freshness — score histórico.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Lineage automático en Fabric: Lakehouse → Notebook → Warehouse → Semantic Model → Report.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Lineage manual / programático con APIs y OpenLineage para fuentes externas.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Access Policies: conceder acceso desde Purview sin entrar a la herramienta origen.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Federa ADLS Gen2, Azure SQL DB y Fabric.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J2-M2 · Caso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Product "Ventas Aurora — Gold"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Dominio: Comercial.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Items asociados: wh_aurora + sm_aurora_ventas.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Glossary terms: Importe de Venta · Estación de Servicio · Cliente Comercial.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Critical Data Elements: cliente_id, importe.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Owner: Marisa Ledesma (ficticia) · Endorsement: Certified.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(15 min) + ejercicio (8 min): glossary term "Importe de Venta" asociado a fact_ventas[importe].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J2-M3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Information Protection, etiquetas y DLP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J2-M3 · Sensitivity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Ciclo de vida de las etiquetas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Definidas a nivel tenant desde Purview Compliance Portal.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Pueden marcar visualmente, encriptar (MIP / Azure RMS) y restringir acciones.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Aplican a Office, Outlook, Teams, SharePoint, OneDrive, items de Fabric, OneLake y Power BI.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Aplicación: manual, auto-label por contenido, auto-label por contenedor.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En Fabric: si etiqueto un Lakehouse, modelos y reportes derivados HEREDAN la etiqueta.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Al exportar a Excel/PDF, se exporta también la etiqueta y la encriptación.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J2-M3 · Clasificación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Sensitive Information Types y EDM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Catálogo enorme out-of-the-box (DNI España, NIF, IBAN, tarjetas, pasaportes…).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Personalizables: regex + keywords + función + nivel de confianza.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EDM (Exact Data Match): comparar contra una tabla maestra propia.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Trainable classifiers: ML para categorizar contratos, CVs, código fuente,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J2-M3 · Etiquetas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Las 5 etiquetas de Aurora 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Público — sin marca ni encriptación (marketing).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Interno — marca "Aurora — Interno" (documentación operativa).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Confidencial — Comercial — encriptado para grupo Ventas.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Restringido — PII — encriptado solo para Owner del Data Product.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Restringido — Financiero — encriptado para grupo Finanzas.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J2-M3 · DLP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Loss Prevention en y fuera de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Reglas que detectan, alertan o bloquean contenidos sensibles.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Alcance: Endpoint DLP, Exchange, Teams, SharePoint, OneDrive, Fabric/Power BI, terceros (Defender for Cloud Apps).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Acciones: aviso, justificación obligatoria, bloqueo, override con auditoría.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Ejemplo Fabric: "Si un semantic model contiene &gt; X registros con DNI, bloquea export a CSV".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Activity Explorer y Audit: visor cronológico para investigación.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(10 min): aplicar Aurora — Confidencial a wh_aurora · regla DLP que bloquea export.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64592" cy="429768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42ECD"/>
                </a:solidFill>
                <a:latin typeface="Calibri"/>
              </a:rPr>
              <a:t>Mensaje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12A55"/>
                </a:solidFill>
                <a:latin typeface="Calibri"/>
              </a:rPr>
              <a:t>“La etiqueta viaja con el dato — incluso cuando sale de Fabric. DLP no se inventa el día del incidente: se diseña antes.”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Descanso ·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Estiramos las piernas y volvemos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J2-M4 ·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Integración Purview ↔ Fabric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J2-M4 · Vistas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¿Dónde se ve qué?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Workspace Fabric → items técnicos del proyecto (equipo técnico).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OneLake Catalog (en Fabric) → items del tenant filtrables, búsqueda, endorsements (analistas).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Purview Unified Catalog → Data Products, glossary, dominios, calidad, lineage (negocio + gobierno).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Purview Data Map → inventario crudo + scans (data stewards / arquitectos).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J2-M4 · Access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Permisos federados desde Purview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Definir en Purview: "Grupo Analistas Comercial puede LEER el Data Product Ventas Aurora — Gold".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Purview propaga el permiso al Lakehouse / Warehouse / semantic model en Fabric.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Modelo recomendado: roles/grupos en Entra ID + dominios en Purview + workspaces en Fabric.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Evitar permisos individuales — no escala.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J2-M4 · Dominios Aurora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Modelo de dominios propuesto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Comercial → Ventas Aurora — Gold · Clientes (PII) · Campañas Marketing.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Operaciones → Telemetría Surtidores · Mantenimiento Predictivo.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Finanzas → P&amp;L Estación.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Gobierno (transversal) → Glossary maestro · DQ globales · Sensitivity labels.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Cada dominio: 1 owner (negocio) + 1 steward (técnico).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(12 min): OneLake Catalog · Estate Insights · Data Access Policy de prueba.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64592" cy="429768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42ECD"/>
                </a:solidFill>
                <a:latin typeface="Calibri"/>
              </a:rPr>
              <a:t>Mensaje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12A55"/>
                </a:solidFill>
                <a:latin typeface="Calibri"/>
              </a:rPr>
              <a:t>“Fabric te da el dato, Purview te da la disciplina. El gobierno no es la suma de mil tareas: es decidir 5 dominios y 5 etiquetas y aplicarlos en serio.”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J2-M5 · 35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Fabric IQ: qué es, arquitectura y posicionamiento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J2-M5 · Fabric 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¿Qué es Fabric IQ?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Capa de inteligencia que Microsoft introduce en Fabric (anunciada en Ignite 2025).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Capa semántica enriquecida y unificada (ontologías), más allá del semantic model clásico.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Agents: agentes razonadores sobre Lakehouse / Warehouse, publicables en Teams, web, Copilot M365.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Copilot for Fabric integrado en Notebook, Pipeline, Data Factory, Power BI, KQL.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Mejoras del Q&amp;A en lenguaje natural sobre semantic models.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Observabilidad de uso: qué se pregunta, qué se responde, qué dato se consume.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J2-M5 ·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Capas de Fabric 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Aplicaciones / Usuarios: Teams · Copilot M365 · Web · API.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Agents: razonamiento + tools + contexto + memoria.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Capa semántica unificada (IQ Layer): ontologías, métricas, glossary.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OneLake (Delta) + Warehouse + Eventhouse + Mirrored DB.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Microsoft Purview transversal: gobierno aplicado en cada capa.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J2-M5 · Posicionamiento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Fabric IQ vs el resto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Productos previos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Power BI Q&amp;A → NL→DAX sobre 1 modelo, sin razonamiento.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Copilot in Fabric → asiste al desarrollador (genera SQL, KQL, DAX).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Azure AI Foundry Agents → agentes generales sobre Azure, no atados a Fabric.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86400" cy="5029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Fabric IQ Data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486400" cy="4434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Específicos del data estate gobernado en Fabric.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Cero plumbing: gobierno automático.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Multi-modelo, multi-fuente (Warehouse + Eventhouse + docs).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0232A"/>
                </a:solidFill>
                <a:latin typeface="Calibri"/>
              </a:rPr>
              <a:t>•  Function calling, reasoning loops, memoria, citas.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J2-M5 ·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Qué necesitas para empezar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Capacidad Fabric F-SKU (mín. F4 para experimentación, F64+ producción).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Tenant con Fabric IQ habilitado desde el admin portal.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Modelos LLM aprovisionados por Microsoft en la región de la capacidad.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Items origen ya con etiquetas Purview, RLS y permisos definidos.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Tipos: Analytical · Operational · Search/Knowledge ·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Demo (12 min): crear agente-ventas-aurora, asociar wh_aurora + sm_aurora_ventas, probar 3 preguntas.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J2-M6 ·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Construyendo Data Agents con Fabric IQ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J2-M6 · Construir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Pasos para un Data Agent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Crear el agente desde el workspace (+ New → Data Agent).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Definir rol y reglas (idioma, tono, prohibido inventar, no exponer DNI).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Conectar fuentes: Warehouse, Semantic Model, Eventhouse, carpeta de docs.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Few-shot examples (4–5) con preguntas y respuestas tipo.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Habilitar tools: Power BI Q&amp;A, SQL, KQL, Search; bloquear tablas/columnas sensibles.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J2-M6 · 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Batería de pruebas de aceptación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Top 5 productos por importe en lo que va de año.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Evolución mensual de ventas de gasoil en 2026.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Estaciones que más han bajado vs el año pasado.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Surtidor de Sevilla con más eventos error_caudalimetro esta semana.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"Dime el DNI del cliente que más compró" → debe NEGARSE.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"¿Qué SLA aplica al servicio de mantenimiento?" → busca en docs.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J2-M6 · Publicar y medir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Endpoint, Teams y observabilidad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Publicación: endpoint REST + token, app Teams en canal #comercial-aurora, embed web con auth Entra.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Dataset de evaluación (JSONL): preguntas + respuestas esperadas.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Batch evaluation → métricas de groundedness, relevancia, precisión.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Telemetría: preguntas/día, usuarios, top intents, latencia, coste CU.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Logs a Application Insights / Log Analytics para SOC.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06670"/>
                </a:solidFill>
                <a:latin typeface="Calibri"/>
              </a:rPr>
              <a:t>Ejercicio (10 min): añadir instrucción para que el agente cite siempre la fuente; validar 2 preguntas.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64592" cy="429768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42ECD"/>
                </a:solidFill>
                <a:latin typeface="Calibri"/>
              </a:rPr>
              <a:t>Mensaje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42416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12A55"/>
                </a:solidFill>
                <a:latin typeface="Calibri"/>
              </a:rPr>
              <a:t>“El éxito del agente es 30% modelo, 70% prompt + datos limpios + gobierno. No publiques nunca un agente sin RLS y sin sensitivity labels.”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320040" cy="210312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42ECD"/>
                </a:solidFill>
                <a:latin typeface="Calibri"/>
              </a:rPr>
              <a:t>J2-M7 ·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Casos de uso, mejores prácticas y roadmap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J2-M7 · 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Catálogo para Aurora 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Comercial → Cuadro de mando ventas multicanal · Asistente conversacional para responsables de zona.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Operaciones → Mantenimiento predictivo de surtidores · Alertas en tiempo real (KQL + Activator).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Finanzas → P&amp;L por estación con drill-down (Direct Lake).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RR.HH. → Búsqueda interna sobre políticas y convenios (Fabric IQ + docs).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Compliance → GDPR sobre datasets de cliente (Catalog + DLP + Insider Risk).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Sostenibilidad → Reporting CSRD/ESG (Mirroring ERP + Warehouse + Power BI).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J2-M7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Hoja de ruta a 90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Días 0–30 (Fundamentos): 3–5 dominios, glossary maestro (≤30 términos), 5 sensitivity labels, capacidad F-SKU + workspaces dev/test/prod.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Días 30–60 (Primer Data Product gobernado): caso claro, Lakehouse + Warehouse + Semantic Model + Reporte, etiquetas, owner, calidad, Certified.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Días 60–90 (Escala + IA): replicar a 2 dominios más, primer Data Agent, DLP en Power BI/Fabric, KPIs operativos, plan de formación.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J2-M7 ·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Roles mínimos para que esto funcione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Owner (por dominio) — Director de área. Decide qué dato es bueno y quién accede.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Data Steward — analista senior / TI. Operativiza glossary, calidad, etiquetas.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Fabric Capacity Admin — plataforma cloud. Gestiona capacidad y monitoreo CU.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Fabric Workspace Admin — lead de cada equipo. Permisos y deployment pipelines.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AI Steward — data scientist / ingeniero IA. Diseña, publica y evalúa agentes Fabric IQ.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Compliance Officer — seguridad / legal. DLP, Insider Risk, auditorías.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742ECD"/>
                </a:solidFill>
                <a:latin typeface="Calibri"/>
              </a:rPr>
              <a:t>J2-M7 · Anti-patrones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 que NO hay que hacer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"Un workspace para todo" → ingobernable.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"Etiquetas a posteriori" → nunca llegan.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"Agente IA sin RLS" → fuga de información garantizada.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"Power BI Pro como única licencia" → no aprovechas Direct Lake / OneLake.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0232A"/>
                </a:solidFill>
                <a:latin typeface="Calibri"/>
              </a:rPr>
              <a:t>•  "Mirroring de todo" → costes de capacidad disparados.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42E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Cierre ·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Fabric + Purview + Fabric IQ es una PLATAFORMA, no una herramienta.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Empieza pequeño, gobierna desde el día 1, escala con patrones replicables.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El ROI de la IA en datos depende del gobierno previo, no del modelo.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Deberes Jornada 2: clasificar y etiquetar Fabric desde Purview · construir tu Data Agent.</a:t>
            </a:r>
          </a:p>
          <a:p>
            <a:pPr algn="l">
              <a:spcAft>
                <a:spcPts val="600"/>
              </a:spcAft>
            </a:pPr>
            <a:r>
              <a:rPr sz="2200">
                <a:solidFill>
                  <a:srgbClr val="F3F6FB"/>
                </a:solidFill>
                <a:latin typeface="Calibri"/>
              </a:rPr>
              <a:t>•  Soporte: canal de Teams · office hours opcional a los 15 días · recursos.md.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3F6FB"/>
                </a:solidFill>
                <a:latin typeface="Calibri"/>
              </a:rPr>
              <a:t>¡Gracias!  ·  Curso Microsoft Fabric + Purview + Fabric 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