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objetivo: pasar de llamadas sueltas a modelos a una plataforma completa de IA con proyectos, modelos, agentes, conocimiento y evaluación. El caso Aurora Energía se usará durante todo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 oficial: https://learn.microsoft.com/en-us/azure/foundry/what-is-foundry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1 · Microsoft Foundry Core</dc:title>
  <dc:subject>Master class de 4 horas: fundamentos, modelos, SDKs, Responses API, RAG, Foundry IQ, evaluación y costes</dc:subject>
  <dc:creator>Intelequia</dc:creator>
  <cp:lastModifiedBy>Intelequia</cp:lastModifiedBy>
  <cp:revision>1</cp:revision>
  <dcterms:created xsi:type="dcterms:W3CDTF">2026-06-10T11:27:56Z</dcterms:created>
  <dcterms:modified xsi:type="dcterms:W3CDTF">2026-06-10T11:27:56Z</dcterms:modified>
</cp:coreProperties>
</file>