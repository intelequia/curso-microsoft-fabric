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Recoger dudas del día anterior y orientar la jornada: hoy ya no hablamos de llamadas sueltas, sino de agentes con herramientas, seguridad, trazabilidad y publicación.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Referencia oficial: https://learn.microsoft.com/en-us/azure/foundry/agents/overview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Jornada 2 · Microsoft Foundry Agents, Governance y Producción</dc:title>
  <dc:subject>Master class de 4 horas: Agent Service, tools, MCP, seguridad, observabilidad y arquitectura de producción</dc:subject>
  <dc:creator>Intelequia</dc:creator>
  <cp:lastModifiedBy>Intelequia</cp:lastModifiedBy>
  <cp:revision>1</cp:revision>
  <dcterms:created xsi:type="dcterms:W3CDTF">2026-06-10T11:08:10Z</dcterms:created>
  <dcterms:modified xsi:type="dcterms:W3CDTF">2026-06-10T11:08:10Z</dcterms:modified>
</cp:coreProperties>
</file>