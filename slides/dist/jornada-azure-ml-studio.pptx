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Orientar la jornada como complemento de Foundry. Hoy el foco no es un agente conversacional, sino el ciclo de vida de modelos predictivos y personalizados.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Jornada · Azure Machine Learning Studio</dc:title>
  <dc:subject>Master class de 4 horas: workspace, datos, compute, experimentos, AutoML, endpoints, MLOps e integración con Foundry y Fabric</dc:subject>
  <dc:creator>Intelequia</dc:creator>
  <cp:lastModifiedBy>Intelequia</cp:lastModifiedBy>
  <cp:revision>1</cp:revision>
  <dcterms:created xsi:type="dcterms:W3CDTF">2026-06-16T10:51:24Z</dcterms:created>
  <dcterms:modified xsi:type="dcterms:W3CDTF">2026-06-16T10:51:24Z</dcterms:modified>
</cp:coreProperties>
</file>